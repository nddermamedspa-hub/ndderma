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ND Med Spa Website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Proposal for Website, Booking System, and Membership Platform</a:t>
            </a:r>
          </a:p>
          <a:p>
            <a:r>
              <a:t>Prepared for ND Med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simple, modern website where clients can:</a:t>
            </a:r>
          </a:p>
          <a:p>
            <a:r>
              <a:t>• Learn about services</a:t>
            </a:r>
          </a:p>
          <a:p>
            <a:r>
              <a:t>• Book appointments online</a:t>
            </a:r>
          </a:p>
          <a:p>
            <a:r>
              <a:t>• Join membership plans</a:t>
            </a:r>
          </a:p>
          <a:p>
            <a:r>
              <a:t>• Contact the clinic easily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pages:</a:t>
            </a:r>
          </a:p>
          <a:p>
            <a:r>
              <a:t>• Home</a:t>
            </a:r>
          </a:p>
          <a:p>
            <a:r>
              <a:t>• About</a:t>
            </a:r>
          </a:p>
          <a:p>
            <a:r>
              <a:t>• Services</a:t>
            </a:r>
          </a:p>
          <a:p>
            <a:r>
              <a:t>• Memberships</a:t>
            </a:r>
          </a:p>
          <a:p>
            <a:r>
              <a:t>• Gallery</a:t>
            </a:r>
          </a:p>
          <a:p>
            <a:r>
              <a:t>• Book Appointment</a:t>
            </a:r>
          </a:p>
          <a:p>
            <a:r>
              <a:t>• Contact</a:t>
            </a:r>
          </a:p>
          <a:p>
            <a:r>
              <a:t>•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appointment booking</a:t>
            </a:r>
          </a:p>
          <a:p>
            <a:r>
              <a:t>• Membership subscriptions</a:t>
            </a:r>
          </a:p>
          <a:p>
            <a:r>
              <a:t>• Mobile-friendly design</a:t>
            </a:r>
          </a:p>
          <a:p>
            <a:r>
              <a:t>• Service pages for treatments</a:t>
            </a:r>
          </a:p>
          <a:p>
            <a:r>
              <a:t>• Google Maps and contact info</a:t>
            </a:r>
          </a:p>
          <a:p>
            <a:r>
              <a:t>• Testimonials and photos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 Builder: Framer</a:t>
            </a:r>
          </a:p>
          <a:p>
            <a:r>
              <a:t>Booking System: Square</a:t>
            </a:r>
          </a:p>
          <a:p>
            <a:r>
              <a:t>Payments: Square</a:t>
            </a:r>
          </a:p>
          <a:p>
            <a:r>
              <a:t>Domain + Hosting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Membership plans will include:</a:t>
            </a:r>
          </a:p>
          <a:p>
            <a:r>
              <a:t>• Monthly subscription payments</a:t>
            </a:r>
          </a:p>
          <a:p>
            <a:r>
              <a:t>• Member discounts</a:t>
            </a:r>
          </a:p>
          <a:p>
            <a:r>
              <a:t>• Monthly treatment credits</a:t>
            </a:r>
          </a:p>
          <a:p>
            <a:r>
              <a:t>• Priority booking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Estimated timeline:</a:t>
            </a:r>
          </a:p>
          <a:p>
            <a:r>
              <a:t>Day 1 – Setup booking system and services</a:t>
            </a:r>
          </a:p>
          <a:p>
            <a:r>
              <a:t>Day 2 – Build website pages</a:t>
            </a:r>
          </a:p>
          <a:p>
            <a:r>
              <a:t>Day 3 – Testing and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Estimated Platform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costs:</a:t>
            </a:r>
          </a:p>
          <a:p>
            <a:r>
              <a:t>• Website hosting: ~$25/month</a:t>
            </a:r>
          </a:p>
          <a:p>
            <a:r>
              <a:t>• Booking system: $0 monthly</a:t>
            </a:r>
          </a:p>
          <a:p>
            <a:r>
              <a:t>• Domain: ~$12/year</a:t>
            </a:r>
          </a:p>
          <a:p>
            <a:r>
              <a:t>Payment processing applies per transaction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Review website structure</a:t>
            </a:r>
          </a:p>
          <a:p>
            <a:r>
              <a:t>2. Confirm services and memberships</a:t>
            </a:r>
          </a:p>
          <a:p>
            <a:r>
              <a:t>3. Provide photos and clinic information</a:t>
            </a:r>
          </a:p>
          <a:p>
            <a:r>
              <a:t>4. Launch website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ND Med Spa Website Proposal</a:t>
            </a:r>
          </a:p>
          <a:p>
            <a:r>
              <a:t>Ready to start development once content is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